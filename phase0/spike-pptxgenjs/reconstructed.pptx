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1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1B0000"/>
          </a:solidFill>
          <a:ln/>
        </p:spPr>
      </p:sp>
      <p:pic>
        <p:nvPicPr>
          <p:cNvPr id="3" name="Image 0" descr="assets/logos/kochfabrik_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3694" y="297180"/>
            <a:ext cx="1728216" cy="1728216"/>
          </a:xfrm>
          <a:prstGeom prst="rect">
            <a:avLst/>
          </a:prstGeom>
        </p:spPr>
      </p:pic>
      <p:pic>
        <p:nvPicPr>
          <p:cNvPr id="4" name="Image 1" descr="assets/ref-1_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115854"/>
            <a:ext cx="11940510" cy="662638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18872" y="4982566"/>
            <a:ext cx="11941150" cy="1749247"/>
          </a:xfrm>
          <a:prstGeom prst="rect">
            <a:avLst/>
          </a:prstGeom>
          <a:solidFill>
            <a:srgbClr val="1B0000"/>
          </a:solidFill>
          <a:ln/>
        </p:spPr>
      </p:sp>
      <p:pic>
        <p:nvPicPr>
          <p:cNvPr id="6" name="Image 2" descr="assets/logos/ref-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142" y="286482"/>
            <a:ext cx="1630650" cy="1630650"/>
          </a:xfrm>
          <a:prstGeom prst="rect">
            <a:avLst/>
          </a:prstGeom>
        </p:spPr>
      </p:pic>
      <p:pic>
        <p:nvPicPr>
          <p:cNvPr id="7" name="Image 3" descr="assets/logos/ref-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452" y="301752"/>
            <a:ext cx="1528602" cy="1528602"/>
          </a:xfrm>
          <a:prstGeom prst="rect">
            <a:avLst/>
          </a:prstGeom>
        </p:spPr>
      </p:pic>
      <p:pic>
        <p:nvPicPr>
          <p:cNvPr id="8" name="Image 4" descr="assets/logos/ref-1_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0862" y="288036"/>
            <a:ext cx="1630650" cy="1630650"/>
          </a:xfrm>
          <a:prstGeom prst="rect">
            <a:avLst/>
          </a:prstGeom>
        </p:spPr>
      </p:pic>
      <p:pic>
        <p:nvPicPr>
          <p:cNvPr id="9" name="Image 5" descr="assets/logos/ref-1_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4172" y="303306"/>
            <a:ext cx="1528602" cy="1528602"/>
          </a:xfrm>
          <a:prstGeom prst="rect">
            <a:avLst/>
          </a:prstGeom>
        </p:spPr>
      </p:pic>
      <p:pic>
        <p:nvPicPr>
          <p:cNvPr id="10" name="Image 6" descr="assets/logos/ref-1_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9494" y="286482"/>
            <a:ext cx="1630650" cy="1630650"/>
          </a:xfrm>
          <a:prstGeom prst="rect">
            <a:avLst/>
          </a:prstGeom>
        </p:spPr>
      </p:pic>
      <p:pic>
        <p:nvPicPr>
          <p:cNvPr id="11" name="Image 7" descr="assets/logos/ref-1_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301752"/>
            <a:ext cx="1528602" cy="1528602"/>
          </a:xfrm>
          <a:prstGeom prst="rect">
            <a:avLst/>
          </a:prstGeom>
        </p:spPr>
      </p:pic>
      <p:pic>
        <p:nvPicPr>
          <p:cNvPr id="12" name="Image 8" descr="assets/logos/kochfabrik_offici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11710" y="65562"/>
            <a:ext cx="1997964" cy="1999518"/>
          </a:xfrm>
          <a:prstGeom prst="rect">
            <a:avLst/>
          </a:prstGeom>
        </p:spPr>
      </p:pic>
      <p:pic>
        <p:nvPicPr>
          <p:cNvPr id="13" name="Image 9" descr="assets/logos/ref-1_1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0" y="295626"/>
            <a:ext cx="1630650" cy="1630650"/>
          </a:xfrm>
          <a:prstGeom prst="rect">
            <a:avLst/>
          </a:prstGeom>
        </p:spPr>
      </p:pic>
      <p:pic>
        <p:nvPicPr>
          <p:cNvPr id="14" name="Image 10" descr="assets/logos/ref-1_1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1710" y="310896"/>
            <a:ext cx="1528602" cy="1528602"/>
          </a:xfrm>
          <a:prstGeom prst="rect">
            <a:avLst/>
          </a:prstGeom>
        </p:spPr>
      </p:pic>
      <p:sp>
        <p:nvSpPr>
          <p:cNvPr id="15" name="Text 2"/>
          <p:cNvSpPr/>
          <p:nvPr/>
        </p:nvSpPr>
        <p:spPr>
          <a:xfrm>
            <a:off x="118872" y="4982566"/>
            <a:ext cx="11941150" cy="17492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421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BECHTLE</a:t>
            </a:r>
            <a:endParaRPr lang="en-US" sz="421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4210" dirty="0">
                <a:solidFill>
                  <a:srgbClr val="AA8339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12. SEPTEMBER 2025</a:t>
            </a:r>
            <a:endParaRPr lang="en-US" sz="4210" dirty="0"/>
          </a:p>
        </p:txBody>
      </p:sp>
      <p:sp>
        <p:nvSpPr>
          <p:cNvPr id="16" name="Shape 3"/>
          <p:cNvSpPr/>
          <p:nvPr/>
        </p:nvSpPr>
        <p:spPr>
          <a:xfrm>
            <a:off x="-19050" y="6737574"/>
            <a:ext cx="12230100" cy="139476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7" name="Shape 4"/>
          <p:cNvSpPr/>
          <p:nvPr/>
        </p:nvSpPr>
        <p:spPr>
          <a:xfrm>
            <a:off x="-19050" y="-19050"/>
            <a:ext cx="162336" cy="689610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8" name="Shape 5"/>
          <p:cNvSpPr/>
          <p:nvPr/>
        </p:nvSpPr>
        <p:spPr>
          <a:xfrm>
            <a:off x="-19050" y="-19050"/>
            <a:ext cx="12230100" cy="16380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9" name="Shape 6"/>
          <p:cNvSpPr/>
          <p:nvPr/>
        </p:nvSpPr>
        <p:spPr>
          <a:xfrm>
            <a:off x="12062490" y="-19050"/>
            <a:ext cx="148560" cy="6896100"/>
          </a:xfrm>
          <a:prstGeom prst="rect">
            <a:avLst/>
          </a:prstGeom>
          <a:solidFill>
            <a:srgbClr val="AA833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1B0000"/>
          </a:solidFill>
          <a:ln/>
        </p:spPr>
      </p:sp>
      <p:pic>
        <p:nvPicPr>
          <p:cNvPr id="3" name="Image 0" descr="assets/logos/kochfabrik_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3694" y="297180"/>
            <a:ext cx="1728216" cy="1728216"/>
          </a:xfrm>
          <a:prstGeom prst="rect">
            <a:avLst/>
          </a:prstGeom>
        </p:spPr>
      </p:pic>
      <p:pic>
        <p:nvPicPr>
          <p:cNvPr id="4" name="Image 1" descr="assets/logos/kochfabrik_offi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54" y="262158"/>
            <a:ext cx="1726662" cy="1726662"/>
          </a:xfrm>
          <a:prstGeom prst="rect">
            <a:avLst/>
          </a:prstGeom>
        </p:spPr>
      </p:pic>
      <p:pic>
        <p:nvPicPr>
          <p:cNvPr id="5" name="Image 2" descr="assets/ref-2_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022" y="3482310"/>
            <a:ext cx="2395728" cy="3259836"/>
          </a:xfrm>
          <a:prstGeom prst="rect">
            <a:avLst/>
          </a:prstGeom>
        </p:spPr>
      </p:pic>
      <p:pic>
        <p:nvPicPr>
          <p:cNvPr id="6" name="Image 3" descr="assets/ref-2_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8924" y="3482310"/>
            <a:ext cx="2394174" cy="3259836"/>
          </a:xfrm>
          <a:prstGeom prst="rect">
            <a:avLst/>
          </a:prstGeom>
        </p:spPr>
      </p:pic>
      <p:pic>
        <p:nvPicPr>
          <p:cNvPr id="7" name="Image 4" descr="assets/ref-2_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022" y="115854"/>
            <a:ext cx="4898166" cy="325983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672724" y="1994078"/>
            <a:ext cx="6444874" cy="1100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1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DEINE CATERING- &amp;</a:t>
            </a:r>
            <a:endParaRPr lang="en-US" sz="281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1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EVENT-CREW IM NORDEN</a:t>
            </a:r>
            <a:endParaRPr lang="en-US" sz="2810" dirty="0"/>
          </a:p>
        </p:txBody>
      </p:sp>
      <p:sp>
        <p:nvSpPr>
          <p:cNvPr id="9" name="Text 2"/>
          <p:cNvSpPr/>
          <p:nvPr/>
        </p:nvSpPr>
        <p:spPr>
          <a:xfrm>
            <a:off x="672724" y="3490813"/>
            <a:ext cx="6409030" cy="1141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Seit 15 Jahren rockt unser TEAM KOCHfabrik die Event-Catering-Szene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mit Liebe, Respekt und einem untrüglichen Sinn für Stil und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Geschmack. Der enge und persönliche Kontakt zu unseren Kunden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 maßgeschneiderte Genuss-Erlebnisse stehen im Mittelpunkt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unseres Schaffens.</a:t>
            </a:r>
            <a:endParaRPr lang="en-US" sz="1100" dirty="0"/>
          </a:p>
        </p:txBody>
      </p:sp>
      <p:sp>
        <p:nvSpPr>
          <p:cNvPr id="10" name="Text 3"/>
          <p:cNvSpPr/>
          <p:nvPr/>
        </p:nvSpPr>
        <p:spPr>
          <a:xfrm>
            <a:off x="672724" y="4710257"/>
            <a:ext cx="6509065" cy="1355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Vergesst 'Standard' – wir denken mit euch um Ecken und kreieren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Erlebnisse, die den Puls eurer Gäste beschleunigen. Mit uns als Partner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wird jedes Detail eurer Veranstaltung zum Statement. Wir sind mehr als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nur euer Caterer – wir sind eure Verbündeten auf dem Weg zu einem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unvergesslichen Event. Eure Vision, unser gemeinsamer Nervenkitzel –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für kulinarische Momente, die mehr als Geschmack hinterlassen.</a:t>
            </a:r>
            <a:endParaRPr lang="en-US" sz="1100" dirty="0"/>
          </a:p>
        </p:txBody>
      </p:sp>
      <p:sp>
        <p:nvSpPr>
          <p:cNvPr id="11" name="Shape 4"/>
          <p:cNvSpPr/>
          <p:nvPr/>
        </p:nvSpPr>
        <p:spPr>
          <a:xfrm>
            <a:off x="-19050" y="6737574"/>
            <a:ext cx="12230100" cy="139476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2" name="Shape 5"/>
          <p:cNvSpPr/>
          <p:nvPr/>
        </p:nvSpPr>
        <p:spPr>
          <a:xfrm>
            <a:off x="-19050" y="-19050"/>
            <a:ext cx="162336" cy="689610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3" name="Shape 6"/>
          <p:cNvSpPr/>
          <p:nvPr/>
        </p:nvSpPr>
        <p:spPr>
          <a:xfrm>
            <a:off x="-19050" y="-19050"/>
            <a:ext cx="12230100" cy="16380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4" name="Shape 7"/>
          <p:cNvSpPr/>
          <p:nvPr/>
        </p:nvSpPr>
        <p:spPr>
          <a:xfrm>
            <a:off x="12062490" y="-19050"/>
            <a:ext cx="148560" cy="6896100"/>
          </a:xfrm>
          <a:prstGeom prst="rect">
            <a:avLst/>
          </a:prstGeom>
          <a:solidFill>
            <a:srgbClr val="AA833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1B0000"/>
          </a:solidFill>
          <a:ln/>
        </p:spPr>
      </p:sp>
      <p:pic>
        <p:nvPicPr>
          <p:cNvPr id="3" name="Image 0" descr="assets/logos/kochfabrik_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3694" y="297180"/>
            <a:ext cx="1728216" cy="1728216"/>
          </a:xfrm>
          <a:prstGeom prst="rect">
            <a:avLst/>
          </a:prstGeom>
        </p:spPr>
      </p:pic>
      <p:pic>
        <p:nvPicPr>
          <p:cNvPr id="4" name="Image 1" descr="assets/ref-3_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022" y="115854"/>
            <a:ext cx="4844125" cy="3259836"/>
          </a:xfrm>
          <a:prstGeom prst="rect">
            <a:avLst/>
          </a:prstGeom>
        </p:spPr>
      </p:pic>
      <p:pic>
        <p:nvPicPr>
          <p:cNvPr id="5" name="Image 2" descr="assets/ref-3_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022" y="3482310"/>
            <a:ext cx="2395728" cy="3259836"/>
          </a:xfrm>
          <a:prstGeom prst="rect">
            <a:avLst/>
          </a:prstGeom>
        </p:spPr>
      </p:pic>
      <p:pic>
        <p:nvPicPr>
          <p:cNvPr id="6" name="Image 3" descr="assets/ref-3_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8924" y="3482310"/>
            <a:ext cx="2394174" cy="3259836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672724" y="588919"/>
            <a:ext cx="1294150" cy="1100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1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BIG</a:t>
            </a:r>
            <a:endParaRPr lang="en-US" sz="281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10" dirty="0">
                <a:solidFill>
                  <a:srgbClr val="AA8339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BBQ</a:t>
            </a:r>
            <a:endParaRPr lang="en-US" sz="2810" dirty="0"/>
          </a:p>
        </p:txBody>
      </p:sp>
      <p:sp>
        <p:nvSpPr>
          <p:cNvPr id="8" name="Text 2"/>
          <p:cNvSpPr/>
          <p:nvPr/>
        </p:nvSpPr>
        <p:spPr>
          <a:xfrm>
            <a:off x="672724" y="1996684"/>
            <a:ext cx="2209648" cy="50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SCHLACHTER RAABES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LANDBRATWURST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672724" y="2575773"/>
            <a:ext cx="2893344" cy="71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Heimatsenf | kleines Brötchen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AA83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Vegan: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Erbsen-Pilz-Bratwurst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3936218" y="1992112"/>
            <a:ext cx="135651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Flammlachs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3936218" y="2357689"/>
            <a:ext cx="3423696" cy="715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Röstkartoffel | schwarze Sour Cream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Quellar | Kerbel |Dill | Chili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Oliven-Zitronen-Emulsion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672724" y="4100444"/>
            <a:ext cx="2080077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BRISKET SANDWICH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672724" y="4466204"/>
            <a:ext cx="3345607" cy="1141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geschmorte Malzbier-Zwiebeln | Jus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Sauerteig Brot | Grünzeug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Chipotle Sauce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AA83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Vegan: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Plant Based Chicken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-19050" y="6737574"/>
            <a:ext cx="12230100" cy="139476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5" name="Shape 9"/>
          <p:cNvSpPr/>
          <p:nvPr/>
        </p:nvSpPr>
        <p:spPr>
          <a:xfrm>
            <a:off x="-19050" y="-19050"/>
            <a:ext cx="162336" cy="689610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6" name="Shape 10"/>
          <p:cNvSpPr/>
          <p:nvPr/>
        </p:nvSpPr>
        <p:spPr>
          <a:xfrm>
            <a:off x="-19050" y="-19050"/>
            <a:ext cx="12230100" cy="16380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7" name="Shape 11"/>
          <p:cNvSpPr/>
          <p:nvPr/>
        </p:nvSpPr>
        <p:spPr>
          <a:xfrm>
            <a:off x="12062490" y="-19050"/>
            <a:ext cx="148560" cy="6896100"/>
          </a:xfrm>
          <a:prstGeom prst="rect">
            <a:avLst/>
          </a:prstGeom>
          <a:solidFill>
            <a:srgbClr val="AA833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1B0000"/>
          </a:solidFill>
          <a:ln/>
        </p:spPr>
      </p:sp>
      <p:pic>
        <p:nvPicPr>
          <p:cNvPr id="3" name="Image 0" descr="assets/logos/kochfabrik_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3694" y="297180"/>
            <a:ext cx="1728216" cy="1728216"/>
          </a:xfrm>
          <a:prstGeom prst="rect">
            <a:avLst/>
          </a:prstGeom>
        </p:spPr>
      </p:pic>
      <p:pic>
        <p:nvPicPr>
          <p:cNvPr id="4" name="Image 1" descr="assets/ref-4_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932" y="115854"/>
            <a:ext cx="3467130" cy="3259836"/>
          </a:xfrm>
          <a:prstGeom prst="rect">
            <a:avLst/>
          </a:prstGeom>
        </p:spPr>
      </p:pic>
      <p:pic>
        <p:nvPicPr>
          <p:cNvPr id="5" name="Image 2" descr="assets/ref-4_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8378" y="3482310"/>
            <a:ext cx="3468594" cy="3259836"/>
          </a:xfrm>
          <a:prstGeom prst="rect">
            <a:avLst/>
          </a:prstGeom>
        </p:spPr>
      </p:pic>
      <p:pic>
        <p:nvPicPr>
          <p:cNvPr id="6" name="Image 3" descr="assets/ref-4_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074" y="115854"/>
            <a:ext cx="3467130" cy="6626382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672724" y="588919"/>
            <a:ext cx="1986534" cy="1100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1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STREET</a:t>
            </a:r>
            <a:endParaRPr lang="en-US" sz="281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10" dirty="0">
                <a:solidFill>
                  <a:srgbClr val="AA8339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FOOD</a:t>
            </a:r>
            <a:endParaRPr lang="en-US" sz="2810" dirty="0"/>
          </a:p>
        </p:txBody>
      </p:sp>
      <p:sp>
        <p:nvSpPr>
          <p:cNvPr id="8" name="Text 2"/>
          <p:cNvSpPr/>
          <p:nvPr/>
        </p:nvSpPr>
        <p:spPr>
          <a:xfrm>
            <a:off x="672724" y="1996684"/>
            <a:ext cx="1979859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CHIPS GREEK STYLE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672724" y="2362444"/>
            <a:ext cx="4048872" cy="92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warme Kartoffelchips | Tzatziki | Schafskäse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Radieschen | Dillkraut | Senfkaviar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AA83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Topp: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Salsiccia Pallets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672724" y="3755807"/>
            <a:ext cx="1748241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SELLERIE DÖNER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672724" y="4121749"/>
            <a:ext cx="4193530" cy="9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 Vide Sellerie mit Soja und Terijkaisoße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Sesam Cashewnuss Aioli | Rotkraut Cranberry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Zwiebeln | Tomaten | Senfgurke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Blattpetersilie | Sriracha Bar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-19050" y="6737574"/>
            <a:ext cx="12230100" cy="139476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3" name="Shape 7"/>
          <p:cNvSpPr/>
          <p:nvPr/>
        </p:nvSpPr>
        <p:spPr>
          <a:xfrm>
            <a:off x="-19050" y="-19050"/>
            <a:ext cx="162336" cy="689610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4" name="Shape 8"/>
          <p:cNvSpPr/>
          <p:nvPr/>
        </p:nvSpPr>
        <p:spPr>
          <a:xfrm>
            <a:off x="-19050" y="-19050"/>
            <a:ext cx="12230100" cy="16380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5" name="Shape 9"/>
          <p:cNvSpPr/>
          <p:nvPr/>
        </p:nvSpPr>
        <p:spPr>
          <a:xfrm>
            <a:off x="12062490" y="-19050"/>
            <a:ext cx="148560" cy="6896100"/>
          </a:xfrm>
          <a:prstGeom prst="rect">
            <a:avLst/>
          </a:prstGeom>
          <a:solidFill>
            <a:srgbClr val="AA833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1B0000"/>
          </a:solidFill>
          <a:ln/>
        </p:spPr>
      </p:sp>
      <p:pic>
        <p:nvPicPr>
          <p:cNvPr id="3" name="Image 0" descr="assets/logos/kochfabrik_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3694" y="297180"/>
            <a:ext cx="1728216" cy="1728216"/>
          </a:xfrm>
          <a:prstGeom prst="rect">
            <a:avLst/>
          </a:prstGeom>
        </p:spPr>
      </p:pic>
      <p:pic>
        <p:nvPicPr>
          <p:cNvPr id="4" name="Image 1" descr="assets/ref-5_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14" y="115854"/>
            <a:ext cx="7043898" cy="66263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09714" y="1682267"/>
            <a:ext cx="2303831" cy="1100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1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SWEET</a:t>
            </a:r>
            <a:endParaRPr lang="en-US" sz="281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10" dirty="0">
                <a:solidFill>
                  <a:srgbClr val="AA8339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DREAMS</a:t>
            </a:r>
            <a:endParaRPr lang="en-US" sz="2810" dirty="0"/>
          </a:p>
        </p:txBody>
      </p:sp>
      <p:sp>
        <p:nvSpPr>
          <p:cNvPr id="6" name="Text 2"/>
          <p:cNvSpPr/>
          <p:nvPr/>
        </p:nvSpPr>
        <p:spPr>
          <a:xfrm>
            <a:off x="7309714" y="3117464"/>
            <a:ext cx="991667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Churros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309714" y="3483224"/>
            <a:ext cx="2142805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Zimt | Zucker | Butter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309714" y="4184477"/>
            <a:ext cx="1550091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Pfirsich Melba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309714" y="4550237"/>
            <a:ext cx="3717127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Pfirsich | Himbeergel | Quark | Pistazien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-19050" y="6737574"/>
            <a:ext cx="12230100" cy="139476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1" name="Shape 7"/>
          <p:cNvSpPr/>
          <p:nvPr/>
        </p:nvSpPr>
        <p:spPr>
          <a:xfrm>
            <a:off x="-19050" y="-19050"/>
            <a:ext cx="162336" cy="689610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2" name="Shape 8"/>
          <p:cNvSpPr/>
          <p:nvPr/>
        </p:nvSpPr>
        <p:spPr>
          <a:xfrm>
            <a:off x="-19050" y="-19050"/>
            <a:ext cx="12230100" cy="16380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3" name="Shape 9"/>
          <p:cNvSpPr/>
          <p:nvPr/>
        </p:nvSpPr>
        <p:spPr>
          <a:xfrm>
            <a:off x="12062490" y="-19050"/>
            <a:ext cx="148560" cy="6896100"/>
          </a:xfrm>
          <a:prstGeom prst="rect">
            <a:avLst/>
          </a:prstGeom>
          <a:solidFill>
            <a:srgbClr val="AA833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1B0000"/>
          </a:solidFill>
          <a:ln/>
        </p:spPr>
      </p:sp>
      <p:pic>
        <p:nvPicPr>
          <p:cNvPr id="3" name="Image 0" descr="assets/logos/kochfabrik_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3694" y="297180"/>
            <a:ext cx="1728216" cy="1728216"/>
          </a:xfrm>
          <a:prstGeom prst="rect">
            <a:avLst/>
          </a:prstGeom>
        </p:spPr>
      </p:pic>
      <p:pic>
        <p:nvPicPr>
          <p:cNvPr id="4" name="Image 1" descr="assets/ref-6_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378" y="115854"/>
            <a:ext cx="3468594" cy="3259836"/>
          </a:xfrm>
          <a:prstGeom prst="rect">
            <a:avLst/>
          </a:prstGeom>
        </p:spPr>
      </p:pic>
      <p:pic>
        <p:nvPicPr>
          <p:cNvPr id="5" name="Image 2" descr="assets/ref-6_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932" y="3482310"/>
            <a:ext cx="3467130" cy="3259836"/>
          </a:xfrm>
          <a:prstGeom prst="rect">
            <a:avLst/>
          </a:prstGeom>
        </p:spPr>
      </p:pic>
      <p:pic>
        <p:nvPicPr>
          <p:cNvPr id="6" name="Image 3" descr="assets/ref-6_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074" y="115854"/>
            <a:ext cx="3467130" cy="6626382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672724" y="588919"/>
            <a:ext cx="4077310" cy="1100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1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MITTERNACHTS</a:t>
            </a:r>
            <a:endParaRPr lang="en-US" sz="281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10" dirty="0">
                <a:solidFill>
                  <a:srgbClr val="AA8339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SNACK</a:t>
            </a:r>
            <a:endParaRPr lang="en-US" sz="2810" dirty="0"/>
          </a:p>
        </p:txBody>
      </p:sp>
      <p:sp>
        <p:nvSpPr>
          <p:cNvPr id="8" name="Text 2"/>
          <p:cNvSpPr/>
          <p:nvPr/>
        </p:nvSpPr>
        <p:spPr>
          <a:xfrm>
            <a:off x="672724" y="1996684"/>
            <a:ext cx="1208654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OPTIONAL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672724" y="2362444"/>
            <a:ext cx="3135569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KOCHfabriks EDELCURRYWURST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672724" y="2737165"/>
            <a:ext cx="3755258" cy="523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Tomaten-Mango-Currysauce I Koriander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Röstzwiebel I Bäcker Gaues Lieblingsbrot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672724" y="3359506"/>
            <a:ext cx="882213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AA83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Vegan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672724" y="3746663"/>
            <a:ext cx="1131479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mit Saitan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-19050" y="6737574"/>
            <a:ext cx="12230100" cy="139476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4" name="Shape 8"/>
          <p:cNvSpPr/>
          <p:nvPr/>
        </p:nvSpPr>
        <p:spPr>
          <a:xfrm>
            <a:off x="-19050" y="-19050"/>
            <a:ext cx="162336" cy="689610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5" name="Shape 9"/>
          <p:cNvSpPr/>
          <p:nvPr/>
        </p:nvSpPr>
        <p:spPr>
          <a:xfrm>
            <a:off x="-19050" y="-19050"/>
            <a:ext cx="12230100" cy="16380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6" name="Shape 10"/>
          <p:cNvSpPr/>
          <p:nvPr/>
        </p:nvSpPr>
        <p:spPr>
          <a:xfrm>
            <a:off x="12062490" y="-19050"/>
            <a:ext cx="148560" cy="6896100"/>
          </a:xfrm>
          <a:prstGeom prst="rect">
            <a:avLst/>
          </a:prstGeom>
          <a:solidFill>
            <a:srgbClr val="AA833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1B0000"/>
          </a:solidFill>
          <a:ln/>
        </p:spPr>
      </p:sp>
      <p:pic>
        <p:nvPicPr>
          <p:cNvPr id="3" name="Image 0" descr="assets/logos/kochfabrik_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3694" y="297180"/>
            <a:ext cx="1728216" cy="1728216"/>
          </a:xfrm>
          <a:prstGeom prst="rect">
            <a:avLst/>
          </a:prstGeom>
        </p:spPr>
      </p:pic>
      <p:pic>
        <p:nvPicPr>
          <p:cNvPr id="4" name="Image 1" descr="assets/ref-7_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4" y="115854"/>
            <a:ext cx="4899630" cy="3259836"/>
          </a:xfrm>
          <a:prstGeom prst="rect">
            <a:avLst/>
          </a:prstGeom>
        </p:spPr>
      </p:pic>
      <p:pic>
        <p:nvPicPr>
          <p:cNvPr id="5" name="Image 2" descr="assets/ref-7_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34" y="3482310"/>
            <a:ext cx="2395728" cy="3259836"/>
          </a:xfrm>
          <a:prstGeom prst="rect">
            <a:avLst/>
          </a:prstGeom>
        </p:spPr>
      </p:pic>
      <p:pic>
        <p:nvPicPr>
          <p:cNvPr id="6" name="Image 3" descr="assets/ref-7_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026" y="3482310"/>
            <a:ext cx="2395728" cy="3259836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174864" y="2016023"/>
            <a:ext cx="4969764" cy="1100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1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WERTSCHÄTZUNG</a:t>
            </a:r>
            <a:endParaRPr lang="en-US" sz="281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810" dirty="0">
                <a:solidFill>
                  <a:srgbClr val="AA8339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IST DER SCHLÜSSEL</a:t>
            </a:r>
            <a:endParaRPr lang="en-US" sz="2810" dirty="0"/>
          </a:p>
        </p:txBody>
      </p:sp>
      <p:sp>
        <p:nvSpPr>
          <p:cNvPr id="8" name="Text 2"/>
          <p:cNvSpPr/>
          <p:nvPr/>
        </p:nvSpPr>
        <p:spPr>
          <a:xfrm>
            <a:off x="5210800" y="3501786"/>
            <a:ext cx="6728795" cy="757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Unser Ziel? Euch mitten ins Herz zu treffen. Mit multiplen kulinarischen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Höhepunkten, einer professionellen Service-Crew und einer perfekten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Planung. Das ist unsere Art, euch zu sagen: „Wir schätzen euch.“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5210800" y="4358670"/>
            <a:ext cx="6785397" cy="193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Wir sind die Crew, die keinen Unterschied zwischen Tellerwäscher und Big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Boss macht. Bei uns zählt jeder, Punkt. Und weil wir wollen, dass unsere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nächsten Generationen noch was vom Morgen haben, pflanzen wir heute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die Samen für morgen – nachhaltig und mit Wow-Effekt. In unserer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Küche spielen wir mit regionalen und saisonalen Zutaten. Fleisch, Fisch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 Federvieh kommen bei uns ausschließlich von Lieferanten unseres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Vertrauens. Das ist unser Engagement für euch und für unseren Planeten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– voller Geschmack und mit jeder Menge Liebe.</a:t>
            </a:r>
            <a:endParaRPr lang="en-US" sz="1100" dirty="0"/>
          </a:p>
        </p:txBody>
      </p:sp>
      <p:sp>
        <p:nvSpPr>
          <p:cNvPr id="10" name="Shape 4"/>
          <p:cNvSpPr/>
          <p:nvPr/>
        </p:nvSpPr>
        <p:spPr>
          <a:xfrm>
            <a:off x="-19050" y="6737574"/>
            <a:ext cx="12230100" cy="139476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1" name="Shape 5"/>
          <p:cNvSpPr/>
          <p:nvPr/>
        </p:nvSpPr>
        <p:spPr>
          <a:xfrm>
            <a:off x="-19050" y="-19050"/>
            <a:ext cx="162336" cy="689610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2" name="Shape 6"/>
          <p:cNvSpPr/>
          <p:nvPr/>
        </p:nvSpPr>
        <p:spPr>
          <a:xfrm>
            <a:off x="-19050" y="-19050"/>
            <a:ext cx="12230100" cy="16380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3" name="Shape 7"/>
          <p:cNvSpPr/>
          <p:nvPr/>
        </p:nvSpPr>
        <p:spPr>
          <a:xfrm>
            <a:off x="12062490" y="-19050"/>
            <a:ext cx="148560" cy="6896100"/>
          </a:xfrm>
          <a:prstGeom prst="rect">
            <a:avLst/>
          </a:prstGeom>
          <a:solidFill>
            <a:srgbClr val="AA8339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1B0000"/>
          </a:solidFill>
          <a:ln/>
        </p:spPr>
      </p:sp>
      <p:pic>
        <p:nvPicPr>
          <p:cNvPr id="3" name="Image 0" descr="assets/logos/kochfabrik_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3694" y="297180"/>
            <a:ext cx="1728216" cy="172821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" y="2026950"/>
            <a:ext cx="11789634" cy="83055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5" name="Text 2"/>
          <p:cNvSpPr/>
          <p:nvPr/>
        </p:nvSpPr>
        <p:spPr>
          <a:xfrm>
            <a:off x="201168" y="2026950"/>
            <a:ext cx="11789634" cy="830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4210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KONTAKT</a:t>
            </a:r>
            <a:endParaRPr lang="en-US" sz="4210" dirty="0"/>
          </a:p>
        </p:txBody>
      </p:sp>
      <p:sp>
        <p:nvSpPr>
          <p:cNvPr id="6" name="Text 3"/>
          <p:cNvSpPr/>
          <p:nvPr/>
        </p:nvSpPr>
        <p:spPr>
          <a:xfrm>
            <a:off x="838779" y="3126608"/>
            <a:ext cx="4016045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AA83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Deine Catering- &amp; Event-Crew im Norden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8779" y="3504529"/>
            <a:ext cx="2273473" cy="928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Die KOCHfabrik GmbH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KOCHfabrik Campus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Peiner Hag 9a</a:t>
            </a:r>
            <a:endParaRPr lang="en-US" sz="1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25497 Prisdorf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8779" y="4519788"/>
            <a:ext cx="448129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AA83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Noch Fragen? Ruf einfach an oder schreib uns: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8779" y="4900635"/>
            <a:ext cx="1932584" cy="294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AA83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04101-60109-10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38779" y="5288158"/>
            <a:ext cx="2753533" cy="294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AA83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anfrage@koch-fabrik.com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38779" y="5681442"/>
            <a:ext cx="3308391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AA83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Mehr Infos? Findest du auch hier: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8779" y="6059363"/>
            <a:ext cx="2255825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www.koch-fabrik.com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-19050" y="6737574"/>
            <a:ext cx="12230100" cy="139476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4" name="Shape 11"/>
          <p:cNvSpPr/>
          <p:nvPr/>
        </p:nvSpPr>
        <p:spPr>
          <a:xfrm>
            <a:off x="-19050" y="-19050"/>
            <a:ext cx="162336" cy="689610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5" name="Shape 12"/>
          <p:cNvSpPr/>
          <p:nvPr/>
        </p:nvSpPr>
        <p:spPr>
          <a:xfrm>
            <a:off x="-19050" y="-19050"/>
            <a:ext cx="12230100" cy="163800"/>
          </a:xfrm>
          <a:prstGeom prst="rect">
            <a:avLst/>
          </a:prstGeom>
          <a:solidFill>
            <a:srgbClr val="AA8339"/>
          </a:solidFill>
          <a:ln/>
        </p:spPr>
      </p:sp>
      <p:sp>
        <p:nvSpPr>
          <p:cNvPr id="16" name="Shape 13"/>
          <p:cNvSpPr/>
          <p:nvPr/>
        </p:nvSpPr>
        <p:spPr>
          <a:xfrm>
            <a:off x="12062490" y="-19050"/>
            <a:ext cx="148560" cy="6896100"/>
          </a:xfrm>
          <a:prstGeom prst="rect">
            <a:avLst/>
          </a:prstGeom>
          <a:solidFill>
            <a:srgbClr val="AA833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2026-05-18T15:16:27Z</dcterms:created>
  <dcterms:modified xsi:type="dcterms:W3CDTF">2026-05-18T15:16:27Z</dcterms:modified>
</cp:coreProperties>
</file>